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dd09d7a-4601-a926-973a-47295405be94}">
          <p14:sldIdLst>
            <p14:sldId id="256"/>
            <p14:sldId id="257"/>
          </p14:sldIdLst>
        </p14:section>
        <p14:section name="Services" id="{df2126df-265b-64b5-9476-30a2e9e7dbdb}">
          <p14:sldIdLst>
            <p14:sldId id="258"/>
            <p14:sldId id="259"/>
            <p14:sldId id="260"/>
          </p14:sldIdLst>
        </p14:section>
        <p14:section name="Template slides" id="{23556cd2-9767-edc7-d5a4-7e1bcc81b862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title slide. Replace the title and subtitle.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content slide — duplicate it for new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_DARK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_DARK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3291840" cy="85039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Presentation title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E6E4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rgbClr val="E6E4FF"/>
                </a:solidFill>
              </a:rPr>
              <a:t>Subtitle</a:t>
            </a: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6B0"/>
                </a:solidFill>
              </a:rPr>
              <a:t>Real people. Smarter help.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Section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6E4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E6E4FF"/>
                </a:solidFill>
              </a:rPr>
              <a:t>One-line description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093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782"/>
                </a:solidFill>
              </a:rPr>
              <a:t>HumanAI Concierge Services  ·  +91 94492 30088  ·  humanaihelp.github.io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093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012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782"/>
                </a:solidFill>
              </a:rPr>
              <a:t>HumanAI Concierge Services  ·  +91 94492 30088  ·  humanaihelp.github.io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342900" indent="-342900">
              <a:buSzPct val="100000"/>
              <a:buChar char="•"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Your points here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HumanAI Concierge Services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200" dirty="0">
                <a:solidFill>
                  <a:srgbClr val="E6E4FF"/>
                </a:solidFill>
              </a:rPr>
              <a:t>Your trusted hands in Bengaluru — for your family, home and business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Who we 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82C"/>
                </a:solidFill>
              </a:rPr>
              <a:t>A founder-led concierge business in Bengaluru.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6182C"/>
                </a:solidFill>
              </a:rPr>
              <a:t>Every client gets a real, named concierge supported by AI tools for faster planning — in person across Bengaluru and remotely for clients anywhere in the world.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766560" y="146304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1737360"/>
            <a:ext cx="640080" cy="6400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9516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2C"/>
                </a:solidFill>
              </a:rPr>
              <a:t>Deepa Garasangi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F46E5"/>
                </a:solidFill>
              </a:rPr>
              <a:t>Founder &amp; Proprietor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766560" y="2880360"/>
            <a:ext cx="4846320" cy="1188720"/>
          </a:xfrm>
          <a:prstGeom prst="roundRect">
            <a:avLst>
              <a:gd name="adj" fmla="val 9231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315468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063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2C"/>
                </a:solidFill>
              </a:rPr>
              <a:t>Muttu Biradar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4F46E5"/>
                </a:solidFill>
              </a:rPr>
              <a:t>Operations &amp; Technology Lead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English · Kannada · Hindi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56032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Ten services, one trusted team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4FF"/>
                </a:solidFill>
              </a:rPr>
              <a:t>You ask once. We plan with AI. A real person delivers.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we 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NRI Family Care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Visits, appointments, errands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4173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90088" y="161848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9008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90088" y="2194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Remote Shopping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Live video shopping, buy &amp; ship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0" y="14173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368" y="161848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3036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30368" y="2194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Coming Home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Home ready, trip planned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69480" y="14173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70648" y="161848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7064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70648" y="2194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Personal &amp; Household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Bookings, renewals, home services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09760" y="141732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0928" y="161848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10928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710928" y="219456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Senior Digital Help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Phones, safe UPI, scam awareness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9502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80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5262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Wedding &amp; Events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Vendors, invitations, guests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88920" y="374904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0088" y="3950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99008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990088" y="45262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Relocation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House &amp; school visits, setup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39502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23036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230368" y="45262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Property Care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Inspections, repairs, tenants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269480" y="374904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0648" y="3950208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47064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470648" y="45262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Be There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We attend family moments for you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509760" y="3749040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10928" y="395020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71092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9710928" y="452628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2C"/>
                </a:solidFill>
              </a:rPr>
              <a:t>Business Concierge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36782"/>
                </a:solidFill>
              </a:rPr>
              <a:t>Websites, Google, WhatsApp, AI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C"/>
                </a:solidFill>
              </a:rPr>
              <a:t>Ask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WhatsApp, call or form — any language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6352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44952" y="20574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4495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C"/>
                </a:solidFill>
              </a:rPr>
              <a:t>Plan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44952" y="3200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AI helps us research options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84064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ECEAFE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12664" y="205740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126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C"/>
                </a:solidFill>
              </a:rPr>
              <a:t>Quote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3200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Clear cost &amp; timing; you approve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51776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0376" y="2057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5803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80376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C"/>
                </a:solidFill>
              </a:rPr>
              <a:t>Do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80376" y="3200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We call, book, visit, follow up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19488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F4F3F8"/>
          </a:solidFill>
          <a:ln w="9525">
            <a:solidFill>
              <a:srgbClr val="E3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48088" y="20574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480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848088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2C"/>
                </a:solidFill>
              </a:rPr>
              <a:t>Close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48088" y="32004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36782"/>
                </a:solidFill>
              </a:rPr>
              <a:t>Written summary &amp; reminders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F46E5"/>
                </a:solidFill>
              </a:rPr>
              <a:t>Nothing starts until you approve the quote.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Type your first point here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7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40080" y="39776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200" dirty="0">
                <a:solidFill>
                  <a:srgbClr val="E6E4FF"/>
                </a:solidFill>
              </a:rPr>
              <a:t>WhatsApp / call +91 94492 30088  ·  humanai.concierges@gmail.com  ·  humanaihelp.github.io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manAI Concierge">
  <a:themeElements>
    <a:clrScheme name="HumanAI Concierge">
      <a:dk1>
        <a:srgbClr val="16182C"/>
      </a:dk1>
      <a:lt1>
        <a:srgbClr val="FFFFFF"/>
      </a:lt1>
      <a:dk2>
        <a:srgbClr val="2A2378"/>
      </a:dk2>
      <a:lt2>
        <a:srgbClr val="F4F3F8"/>
      </a:lt2>
      <a:accent1>
        <a:srgbClr val="4F46E5"/>
      </a:accent1>
      <a:accent2>
        <a:srgbClr val="F2994A"/>
      </a:accent2>
      <a:accent3>
        <a:srgbClr val="14B8A6"/>
      </a:accent3>
      <a:accent4>
        <a:srgbClr val="6D5EFC"/>
      </a:accent4>
      <a:accent5>
        <a:srgbClr val="E0564B"/>
      </a:accent5>
      <a:accent6>
        <a:srgbClr val="636782"/>
      </a:accent6>
      <a:hlink>
        <a:srgbClr val="4F46E5"/>
      </a:hlink>
      <a:folHlink>
        <a:srgbClr val="6D5EFC"/>
      </a:folHlink>
    </a:clrScheme>
    <a:fontScheme name="HumanAI Concierg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HumanAI Concierge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HumanAI Concierge — presentation template</dc:title>
  <dc:subject>PptxGenJS Presentation</dc:subject>
  <dc:creator>Deepa Garasangi</dc:creator>
  <cp:lastModifiedBy>Deepa Garasangi</cp:lastModifiedBy>
  <cp:revision>1</cp:revision>
  <dcterms:created xsi:type="dcterms:W3CDTF">2026-10-04T05:42:17Z</dcterms:created>
  <dcterms:modified xsi:type="dcterms:W3CDTF">2026-10-04T05:42:17Z</dcterms:modified>
</cp:coreProperties>
</file>